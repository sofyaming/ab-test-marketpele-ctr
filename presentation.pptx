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40a6006a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40a6006a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40a6006a2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40a6006a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40a6006a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40a6006a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3680"/>
              <a:t>A/B-тест на обновление списка рекламы от партнеров</a:t>
            </a:r>
            <a:endParaRPr sz="368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Mobile/Desktop с 01.01.26 по 14.01.26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240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1720"/>
              <a:t>Общая информация об эксперименте</a:t>
            </a:r>
            <a:endParaRPr sz="1720"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730575"/>
            <a:ext cx="8597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ru" sz="1290"/>
              <a:t>Бизнес импакт: Увеличение прибыли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ru" sz="1290"/>
              <a:t>Продуктовая гипотеза: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ru" sz="1290"/>
              <a:t>Размещение 4 платных элементов над 1 органическим увеличит Paid CTR на 6.4%, так как пользователи кликают первое, что видят, не пролистывая.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ru" sz="1290"/>
              <a:t>Метрики: Paid CTR, paid clicks, количество просмотров за сессию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ru" sz="1290"/>
              <a:t>Описание: 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ru" sz="1290"/>
              <a:t>Данные были получены из теста, проведенного на платформе Marketpele Feed, которая помогает издательствам зарабатывать на рекламе. Список объявлений Marketpele содержит "органические" и "платные" элементы. Платные элементы - это рекламные объявления, при нажатии на них пользователи переходят на страницу рекламодателя и приносят доход Marketpele. Органические элементы - это контент издателя, при нажатии на них пользователи переходят на другую статью от того же издателя.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ru" sz="1290"/>
              <a:t>В упомянутом выше тесте у группы A была лента, составленная из "органического" элемента наверху списка, и с четырьмя "платными" элементами внизу списка.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r>
              <a:rPr lang="ru" sz="1290"/>
              <a:t>У группы B была лента с четырьмя "платными" элементами наверху списка, за ними следовал один "органический" элемент.</a:t>
            </a:r>
            <a:endParaRPr sz="129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1720"/>
              <a:t>Выводы</a:t>
            </a:r>
            <a:endParaRPr sz="1720"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707850"/>
            <a:ext cx="3583500" cy="24084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250"/>
              <a:t>Рекомендуется внедрить изменение (размещение 4 платных элементов над 1 органическим) на всех пользователей, так как разница между ключевой метрикой (Paid CTR) статистически значима и реальный эффект (</a:t>
            </a:r>
            <a:r>
              <a:rPr lang="ru" sz="1250">
                <a:solidFill>
                  <a:schemeClr val="dk1"/>
                </a:solidFill>
              </a:rPr>
              <a:t>15.8%</a:t>
            </a:r>
            <a:r>
              <a:rPr lang="ru" sz="1250"/>
              <a:t>) превышает запланированный (</a:t>
            </a:r>
            <a:r>
              <a:rPr lang="ru" sz="1250">
                <a:solidFill>
                  <a:schemeClr val="dk1"/>
                </a:solidFill>
              </a:rPr>
              <a:t>6.4%</a:t>
            </a:r>
            <a:r>
              <a:rPr lang="ru" sz="1250"/>
              <a:t>).</a:t>
            </a:r>
            <a:endParaRPr sz="1250"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6300" y="3672725"/>
            <a:ext cx="2573275" cy="95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7564" y="348450"/>
            <a:ext cx="4190751" cy="3230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1720"/>
              <a:t>Обоснование выводов</a:t>
            </a:r>
            <a:endParaRPr sz="1720"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94700"/>
            <a:ext cx="3828300" cy="21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ru"/>
              <a:t>Распределение ctr_paid в обеих группах имеет правостороннюю асимметрию (не соответствует нормальному). Для сравнения групп использовался непараметрический U-тест Манна-Уитни, который не требует нормальности распределения и устойчив к выбросам.</a:t>
            </a:r>
            <a:endParaRPr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ru"/>
              <a:t>P-value значительно меньше уровня значимости (α = 0.05). Отвергаем нулевую гипотезу: разница статистически значима. 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700" y="3618600"/>
            <a:ext cx="4833074" cy="659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3550" y="192200"/>
            <a:ext cx="3101771" cy="2250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43550" y="2571750"/>
            <a:ext cx="3134570" cy="225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